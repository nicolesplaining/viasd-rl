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821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present S-four-D: Self-Taught Semi-Self Speculative Decoding. It sets a new state of the art in hierarchical speculative decoding. We deliver up to three-and-a-half times faster inference at no loss in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Speculative decoding accelerates LLM inference. VIA-SD adds a slim middle verifier, but routes with hand-tuned thresholds. We make three contributions: a learned per-token gating policy, a quality-cost reward, and per-token reinforcement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decoding is memory-bandwidth bound and sequential. A small drafter proposes tokens; the verifier checks them in parallel. This is lossless and about one-point-four times faster. The key lever is the acceptance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VIA-SD adds a slim verifier, q-prime, the target with roughly half its layers skipped. This gives three choices: accept, regenerate, or escalate. Borderline tokens are handled cheaply, so the full model is called far less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VIA-SD routes with two fixed thresholds. They are global, brittle, and sub-optimal. Even after a full sweep, accuracy peaks at only zero-point-five-zero.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first contribution recasts routing as a sequential decision problem. A tiny, q-free MLP replaces the fixed thresholds. The full model is used only for training rewards, never to decide a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second contribution is the reward: match minus lambda times cost. Match rewards agreement with the full model. Lambda is a single knob that trades accuracy for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third contribution is per-token reinforcement learning. We progress from REINFORCE to GRPO to a per-token advantage. This yields principled, low-variance credit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variants converge. Match reaches zero-point-nine-five and rejection falls steadily. The per-token formulation is the smoothest and lowest-variance.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learned gate dominates. Hand-tuned thresholds stall near zero-point-four-zero. Our policy reaches zero-point-nine-one accuracy, fully lossless.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latency, our learned gates are the fastest. We reach up to three-and-a-half times speedup over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accuracy-speed Pareto frontier, our learned gates dominate on both axes. We Pareto-dominate VIA-SD at roughly twice its speedup and over two times its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Scaling the drafter is the high-impact lever. A three-B drafter holds zero-point-eight-zero accuracy at thirty-six times fewer full-model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stronger slim verifier, via DIMR, lifts accuracy from zero-point-eight-eight to zero-point-nine-one. Lambda exposes a full tunable frontier, up to ten times fewer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summary: lossless zero-point-nine-one accuracy at four times fewer model calls. A tunable frontier reaching ten times fewer calls. A new state of the art that Pareto-dominates VIA-SD.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work extends this to fully self-speculative decoding, where the drafter is itself a subset of the verifier. We also study KnapSpec, allocating a verifier budget like a knapsack across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summarize: S-four-D turns hand-tuned thresholds into a learned policy, and sets the state of the art in hierarchical speculative decoding.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n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